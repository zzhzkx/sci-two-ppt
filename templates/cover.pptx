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Paper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Author Name | Institution | 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